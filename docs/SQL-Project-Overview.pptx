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42424"/>
                </a:solidFill>
              </a:defRPr>
            </a:pPr>
            <a:r>
              <a:t>SQL Database Project — Essential Functionality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06060"/>
                </a:solidFill>
              </a:defRPr>
            </a:pPr>
            <a:r>
              <a:t>Database as code on Azure SQL — author, build, compare, and deploy one portable DACPAC</a:t>
            </a:r>
          </a:p>
        </p:txBody>
      </p:sp>
      <p:pic>
        <p:nvPicPr>
          <p:cNvPr id="5" name="Picture 4" descr="build-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481328"/>
            <a:ext cx="7680960" cy="20141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39312"/>
            <a:ext cx="21396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3639312"/>
            <a:ext cx="2139696" cy="457200"/>
          </a:xfrm>
          <a:prstGeom prst="round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Schema as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06240"/>
            <a:ext cx="1920239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SDK-style (Microsoft.Build.Sql)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One object per file, auto-globbed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Organized by schema / object type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Declarative — no hand-written ALTERs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3639312"/>
            <a:ext cx="21396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88336" y="3639312"/>
            <a:ext cx="2139696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4206240"/>
            <a:ext cx="1920239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New empty project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Import from existing database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Schema Compare (drift detection)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VS Code SQL Database Projects 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3639312"/>
            <a:ext cx="21396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10912" y="3639312"/>
            <a:ext cx="2139696" cy="457200"/>
          </a:xfrm>
          <a:prstGeom prst="round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Build &amp;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206240"/>
            <a:ext cx="1920239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dotnet build → DACPAC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Azure SQL surface validation (DSP)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Warnings-as-errors (Release)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Static code analysis (SR rules)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3488" y="3639312"/>
            <a:ext cx="21396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33488" y="3639312"/>
            <a:ext cx="2139696" cy="457200"/>
          </a:xfrm>
          <a:prstGeom prst="roundRect">
            <a:avLst/>
          </a:prstGeom>
          <a:solidFill>
            <a:srgbClr val="C23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5" y="4206240"/>
            <a:ext cx="1920239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SqlPackage / DACPAC publish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SqlCmd variables per environment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Pre / Post-deployment scripts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BlockOnPossibleDataLoss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56064" y="3639312"/>
            <a:ext cx="21396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3639312"/>
            <a:ext cx="2139696" cy="457200"/>
          </a:xfrm>
          <a:prstGeom prst="round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4206240"/>
            <a:ext cx="1920239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Azure DevOps + GitHub Actions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OIDC / WIF — no stored secrets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Native SqlAzureDacpacDeployment</a:t>
            </a:r>
          </a:p>
          <a:p>
            <a:pPr>
              <a:spcAft>
                <a:spcPts val="600"/>
              </a:spcAft>
              <a:defRPr sz="1100">
                <a:solidFill>
                  <a:srgbClr val="242424"/>
                </a:solidFill>
              </a:defRPr>
            </a:pPr>
            <a:r>
              <a:t>•  Automated smoke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2764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06060"/>
                </a:solidFill>
              </a:defRPr>
            </a:pPr>
            <a:r>
              <a:t>One repo, one artifact → validated build → repeatable, safe deploy to every 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